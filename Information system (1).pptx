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" charset="1" panose="00000000000000000000"/>
      <p:regular r:id="rId19"/>
    </p:embeddedFont>
    <p:embeddedFont>
      <p:font typeface="Roboto" charset="1" panose="02000000000000000000"/>
      <p:regular r:id="rId21"/>
    </p:embeddedFont>
    <p:embeddedFont>
      <p:font typeface="Roboto Bold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1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1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7.png" Type="http://schemas.openxmlformats.org/officeDocument/2006/relationships/image"/><Relationship Id="rId4" Target="../media/image15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7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.png" Type="http://schemas.openxmlformats.org/officeDocument/2006/relationships/image"/><Relationship Id="rId9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150" y="92550"/>
            <a:ext cx="1462800" cy="1536000"/>
            <a:chOff x="0" y="0"/>
            <a:chExt cx="1950400" cy="204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339" cy="2048002"/>
            </a:xfrm>
            <a:custGeom>
              <a:avLst/>
              <a:gdLst/>
              <a:ahLst/>
              <a:cxnLst/>
              <a:rect r="r" b="b" t="t" l="l"/>
              <a:pathLst>
                <a:path h="2048002" w="1950339">
                  <a:moveTo>
                    <a:pt x="0" y="707517"/>
                  </a:moveTo>
                  <a:lnTo>
                    <a:pt x="692531" y="818769"/>
                  </a:lnTo>
                  <a:lnTo>
                    <a:pt x="372491" y="195580"/>
                  </a:lnTo>
                  <a:lnTo>
                    <a:pt x="867156" y="692150"/>
                  </a:lnTo>
                  <a:lnTo>
                    <a:pt x="975233" y="0"/>
                  </a:lnTo>
                  <a:lnTo>
                    <a:pt x="1083183" y="692023"/>
                  </a:lnTo>
                  <a:lnTo>
                    <a:pt x="1577848" y="195453"/>
                  </a:lnTo>
                  <a:lnTo>
                    <a:pt x="1257808" y="818769"/>
                  </a:lnTo>
                  <a:lnTo>
                    <a:pt x="1950339" y="707517"/>
                  </a:lnTo>
                  <a:lnTo>
                    <a:pt x="1324610" y="1024001"/>
                  </a:lnTo>
                  <a:lnTo>
                    <a:pt x="1950339" y="1340485"/>
                  </a:lnTo>
                  <a:lnTo>
                    <a:pt x="1257808" y="1229233"/>
                  </a:lnTo>
                  <a:lnTo>
                    <a:pt x="1577848" y="1852549"/>
                  </a:lnTo>
                  <a:lnTo>
                    <a:pt x="1083183" y="1355979"/>
                  </a:lnTo>
                  <a:lnTo>
                    <a:pt x="975233" y="2048002"/>
                  </a:lnTo>
                  <a:lnTo>
                    <a:pt x="867283" y="1355979"/>
                  </a:lnTo>
                  <a:lnTo>
                    <a:pt x="372618" y="1852549"/>
                  </a:lnTo>
                  <a:lnTo>
                    <a:pt x="692658" y="1229233"/>
                  </a:lnTo>
                  <a:lnTo>
                    <a:pt x="0" y="1340485"/>
                  </a:lnTo>
                  <a:lnTo>
                    <a:pt x="625729" y="1024001"/>
                  </a:lnTo>
                  <a:close/>
                </a:path>
              </a:pathLst>
            </a:custGeom>
            <a:solidFill>
              <a:srgbClr val="3D66F3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718644" y="-968248"/>
            <a:ext cx="3465094" cy="3657598"/>
          </a:xfrm>
          <a:custGeom>
            <a:avLst/>
            <a:gdLst/>
            <a:ahLst/>
            <a:cxnLst/>
            <a:rect r="r" b="b" t="t" l="l"/>
            <a:pathLst>
              <a:path h="3657598" w="3465094">
                <a:moveTo>
                  <a:pt x="3465094" y="0"/>
                </a:moveTo>
                <a:lnTo>
                  <a:pt x="0" y="0"/>
                </a:lnTo>
                <a:lnTo>
                  <a:pt x="0" y="3657598"/>
                </a:lnTo>
                <a:lnTo>
                  <a:pt x="3465094" y="3657598"/>
                </a:lnTo>
                <a:lnTo>
                  <a:pt x="3465094" y="0"/>
                </a:lnTo>
                <a:close/>
              </a:path>
            </a:pathLst>
          </a:custGeom>
          <a:blipFill>
            <a:blip r:embed="rId3"/>
            <a:stretch>
              <a:fillRect l="-50519" t="0" r="-4964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09233">
            <a:off x="15745850" y="7384346"/>
            <a:ext cx="4649498" cy="3657596"/>
          </a:xfrm>
          <a:custGeom>
            <a:avLst/>
            <a:gdLst/>
            <a:ahLst/>
            <a:cxnLst/>
            <a:rect r="r" b="b" t="t" l="l"/>
            <a:pathLst>
              <a:path h="3657596" w="4649498">
                <a:moveTo>
                  <a:pt x="0" y="0"/>
                </a:moveTo>
                <a:lnTo>
                  <a:pt x="4649498" y="0"/>
                </a:lnTo>
                <a:lnTo>
                  <a:pt x="4649498" y="3657596"/>
                </a:lnTo>
                <a:lnTo>
                  <a:pt x="0" y="36575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33" t="0" r="-2594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4050" y="370050"/>
            <a:ext cx="17205700" cy="5827750"/>
          </a:xfrm>
          <a:custGeom>
            <a:avLst/>
            <a:gdLst/>
            <a:ahLst/>
            <a:cxnLst/>
            <a:rect r="r" b="b" t="t" l="l"/>
            <a:pathLst>
              <a:path h="5827750" w="17205700">
                <a:moveTo>
                  <a:pt x="0" y="0"/>
                </a:moveTo>
                <a:lnTo>
                  <a:pt x="17205700" y="0"/>
                </a:lnTo>
                <a:lnTo>
                  <a:pt x="17205700" y="5827750"/>
                </a:lnTo>
                <a:lnTo>
                  <a:pt x="0" y="5827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01208" y="611356"/>
            <a:ext cx="4517090" cy="9150458"/>
          </a:xfrm>
          <a:custGeom>
            <a:avLst/>
            <a:gdLst/>
            <a:ahLst/>
            <a:cxnLst/>
            <a:rect r="r" b="b" t="t" l="l"/>
            <a:pathLst>
              <a:path h="9150458" w="4517090">
                <a:moveTo>
                  <a:pt x="0" y="0"/>
                </a:moveTo>
                <a:lnTo>
                  <a:pt x="4517090" y="0"/>
                </a:lnTo>
                <a:lnTo>
                  <a:pt x="4517090" y="9150458"/>
                </a:lnTo>
                <a:lnTo>
                  <a:pt x="0" y="9150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850" y="8466776"/>
            <a:ext cx="2743204" cy="2743200"/>
          </a:xfrm>
          <a:custGeom>
            <a:avLst/>
            <a:gdLst/>
            <a:ahLst/>
            <a:cxnLst/>
            <a:rect r="r" b="b" t="t" l="l"/>
            <a:pathLst>
              <a:path h="2743200" w="2743204">
                <a:moveTo>
                  <a:pt x="0" y="0"/>
                </a:moveTo>
                <a:lnTo>
                  <a:pt x="2743204" y="0"/>
                </a:lnTo>
                <a:lnTo>
                  <a:pt x="2743204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4944" t="-39736" r="-8907" b="-10816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109789" y="3118625"/>
            <a:ext cx="20230214" cy="4912736"/>
          </a:xfrm>
          <a:custGeom>
            <a:avLst/>
            <a:gdLst/>
            <a:ahLst/>
            <a:cxnLst/>
            <a:rect r="r" b="b" t="t" l="l"/>
            <a:pathLst>
              <a:path h="4912736" w="20230214">
                <a:moveTo>
                  <a:pt x="0" y="0"/>
                </a:moveTo>
                <a:lnTo>
                  <a:pt x="20230214" y="0"/>
                </a:lnTo>
                <a:lnTo>
                  <a:pt x="20230214" y="4912736"/>
                </a:lnTo>
                <a:lnTo>
                  <a:pt x="0" y="4912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13625" y="2119313"/>
            <a:ext cx="14460750" cy="603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32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Finance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009374" y="8963396"/>
            <a:ext cx="4658852" cy="1323600"/>
          </a:xfrm>
          <a:custGeom>
            <a:avLst/>
            <a:gdLst/>
            <a:ahLst/>
            <a:cxnLst/>
            <a:rect r="r" b="b" t="t" l="l"/>
            <a:pathLst>
              <a:path h="1323600" w="4658852">
                <a:moveTo>
                  <a:pt x="0" y="0"/>
                </a:moveTo>
                <a:lnTo>
                  <a:pt x="4658852" y="0"/>
                </a:lnTo>
                <a:lnTo>
                  <a:pt x="4658852" y="1323600"/>
                </a:lnTo>
                <a:lnTo>
                  <a:pt x="0" y="132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787" t="-34034" r="0" b="-56989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47000" y="6575950"/>
            <a:ext cx="548400" cy="548400"/>
            <a:chOff x="0" y="0"/>
            <a:chExt cx="731200" cy="73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0" y="243586"/>
                  </a:moveTo>
                  <a:lnTo>
                    <a:pt x="243586" y="243586"/>
                  </a:lnTo>
                  <a:lnTo>
                    <a:pt x="243586" y="0"/>
                  </a:lnTo>
                  <a:lnTo>
                    <a:pt x="293751" y="0"/>
                  </a:lnTo>
                  <a:lnTo>
                    <a:pt x="293751" y="243586"/>
                  </a:lnTo>
                  <a:lnTo>
                    <a:pt x="537337" y="243586"/>
                  </a:lnTo>
                  <a:lnTo>
                    <a:pt x="537337" y="293751"/>
                  </a:lnTo>
                  <a:lnTo>
                    <a:pt x="293751" y="293751"/>
                  </a:lnTo>
                  <a:lnTo>
                    <a:pt x="293751" y="537337"/>
                  </a:lnTo>
                  <a:lnTo>
                    <a:pt x="243586" y="537337"/>
                  </a:lnTo>
                  <a:lnTo>
                    <a:pt x="243586" y="293751"/>
                  </a:lnTo>
                  <a:lnTo>
                    <a:pt x="0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455575" y="7211451"/>
            <a:ext cx="1664850" cy="1664850"/>
          </a:xfrm>
          <a:custGeom>
            <a:avLst/>
            <a:gdLst/>
            <a:ahLst/>
            <a:cxnLst/>
            <a:rect r="r" b="b" t="t" l="l"/>
            <a:pathLst>
              <a:path h="1664850" w="1664850">
                <a:moveTo>
                  <a:pt x="0" y="0"/>
                </a:moveTo>
                <a:lnTo>
                  <a:pt x="1664850" y="0"/>
                </a:lnTo>
                <a:lnTo>
                  <a:pt x="1664850" y="1664850"/>
                </a:lnTo>
                <a:lnTo>
                  <a:pt x="0" y="166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81825" y="2661350"/>
            <a:ext cx="6724350" cy="149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83125" y="4448500"/>
            <a:ext cx="6721950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The application is designed for personal finance management, not institutional or governmental accounting. It supports users in limiting their spendings, making smarter shopping decisions and building long-term financial habits through automation, insights, and emergency override logic. 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165701" y="6541521"/>
            <a:ext cx="2219911" cy="2219911"/>
          </a:xfrm>
          <a:custGeom>
            <a:avLst/>
            <a:gdLst/>
            <a:ahLst/>
            <a:cxnLst/>
            <a:rect r="r" b="b" t="t" l="l"/>
            <a:pathLst>
              <a:path h="2219911" w="2219911">
                <a:moveTo>
                  <a:pt x="0" y="0"/>
                </a:moveTo>
                <a:lnTo>
                  <a:pt x="2219912" y="0"/>
                </a:lnTo>
                <a:lnTo>
                  <a:pt x="2219912" y="2219912"/>
                </a:lnTo>
                <a:lnTo>
                  <a:pt x="0" y="2219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10799993">
            <a:off x="-2205046" y="6554188"/>
            <a:ext cx="5415198" cy="4146200"/>
          </a:xfrm>
          <a:custGeom>
            <a:avLst/>
            <a:gdLst/>
            <a:ahLst/>
            <a:cxnLst/>
            <a:rect r="r" b="b" t="t" l="l"/>
            <a:pathLst>
              <a:path h="4146200" w="5415198">
                <a:moveTo>
                  <a:pt x="5415198" y="0"/>
                </a:moveTo>
                <a:lnTo>
                  <a:pt x="0" y="0"/>
                </a:lnTo>
                <a:lnTo>
                  <a:pt x="0" y="4146200"/>
                </a:lnTo>
                <a:lnTo>
                  <a:pt x="5415198" y="4146200"/>
                </a:lnTo>
                <a:lnTo>
                  <a:pt x="5415198" y="0"/>
                </a:lnTo>
                <a:close/>
              </a:path>
            </a:pathLst>
          </a:custGeom>
          <a:blipFill>
            <a:blip r:embed="rId8"/>
            <a:stretch>
              <a:fillRect l="-23189" t="-45360" r="-30649" b="-50853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73572" y="9594010"/>
            <a:ext cx="548400" cy="548400"/>
            <a:chOff x="0" y="0"/>
            <a:chExt cx="731200" cy="73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0" y="243586"/>
                  </a:moveTo>
                  <a:lnTo>
                    <a:pt x="243586" y="243586"/>
                  </a:lnTo>
                  <a:lnTo>
                    <a:pt x="243586" y="0"/>
                  </a:lnTo>
                  <a:lnTo>
                    <a:pt x="293751" y="0"/>
                  </a:lnTo>
                  <a:lnTo>
                    <a:pt x="293751" y="243586"/>
                  </a:lnTo>
                  <a:lnTo>
                    <a:pt x="537337" y="243586"/>
                  </a:lnTo>
                  <a:lnTo>
                    <a:pt x="537337" y="293751"/>
                  </a:lnTo>
                  <a:lnTo>
                    <a:pt x="293751" y="293751"/>
                  </a:lnTo>
                  <a:lnTo>
                    <a:pt x="293751" y="537337"/>
                  </a:lnTo>
                  <a:lnTo>
                    <a:pt x="243586" y="537337"/>
                  </a:lnTo>
                  <a:lnTo>
                    <a:pt x="243586" y="293751"/>
                  </a:lnTo>
                  <a:lnTo>
                    <a:pt x="0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399993">
            <a:off x="-3165312" y="6860722"/>
            <a:ext cx="5341328" cy="4194770"/>
          </a:xfrm>
          <a:custGeom>
            <a:avLst/>
            <a:gdLst/>
            <a:ahLst/>
            <a:cxnLst/>
            <a:rect r="r" b="b" t="t" l="l"/>
            <a:pathLst>
              <a:path h="4194770" w="5341328">
                <a:moveTo>
                  <a:pt x="5341328" y="0"/>
                </a:moveTo>
                <a:lnTo>
                  <a:pt x="0" y="0"/>
                </a:lnTo>
                <a:lnTo>
                  <a:pt x="0" y="4194770"/>
                </a:lnTo>
                <a:lnTo>
                  <a:pt x="5341328" y="4194770"/>
                </a:lnTo>
                <a:lnTo>
                  <a:pt x="5341328" y="0"/>
                </a:lnTo>
                <a:close/>
              </a:path>
            </a:pathLst>
          </a:custGeom>
          <a:blipFill>
            <a:blip r:embed="rId3"/>
            <a:stretch>
              <a:fillRect l="-17014" t="-30738" r="-20667" b="-4046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5681700" y="-1676550"/>
            <a:ext cx="4082904" cy="4020600"/>
          </a:xfrm>
          <a:custGeom>
            <a:avLst/>
            <a:gdLst/>
            <a:ahLst/>
            <a:cxnLst/>
            <a:rect r="r" b="b" t="t" l="l"/>
            <a:pathLst>
              <a:path h="4020600" w="4082904">
                <a:moveTo>
                  <a:pt x="4082904" y="0"/>
                </a:moveTo>
                <a:lnTo>
                  <a:pt x="0" y="0"/>
                </a:lnTo>
                <a:lnTo>
                  <a:pt x="0" y="4020600"/>
                </a:lnTo>
                <a:lnTo>
                  <a:pt x="4082904" y="4020600"/>
                </a:lnTo>
                <a:lnTo>
                  <a:pt x="4082904" y="0"/>
                </a:lnTo>
                <a:close/>
              </a:path>
            </a:pathLst>
          </a:custGeom>
          <a:blipFill>
            <a:blip r:embed="rId4">
              <a:alphaModFix amt="72000"/>
            </a:blip>
            <a:stretch>
              <a:fillRect l="-117615" t="-131866" r="-12709" b="34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2375" y="952900"/>
            <a:ext cx="15263250" cy="101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Table of contents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201016" y="547553"/>
            <a:ext cx="11885969" cy="1902374"/>
          </a:xfrm>
          <a:custGeom>
            <a:avLst/>
            <a:gdLst/>
            <a:ahLst/>
            <a:cxnLst/>
            <a:rect r="r" b="b" t="t" l="l"/>
            <a:pathLst>
              <a:path h="1902374" w="11885969">
                <a:moveTo>
                  <a:pt x="0" y="0"/>
                </a:moveTo>
                <a:lnTo>
                  <a:pt x="11885968" y="0"/>
                </a:lnTo>
                <a:lnTo>
                  <a:pt x="11885968" y="1902374"/>
                </a:lnTo>
                <a:lnTo>
                  <a:pt x="0" y="1902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54627" y="3078577"/>
            <a:ext cx="1324650" cy="13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54627" y="6321344"/>
            <a:ext cx="13246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09507" y="3078577"/>
            <a:ext cx="1324650" cy="13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09507" y="6321344"/>
            <a:ext cx="13246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44277" y="4882840"/>
            <a:ext cx="37453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Stakeholders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7357" y="4616369"/>
            <a:ext cx="37489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Business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4277" y="7333354"/>
            <a:ext cx="37453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Functional</a:t>
            </a:r>
          </a:p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Requirements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97357" y="7323829"/>
            <a:ext cx="37489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Non-Functional Requirements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399993">
            <a:off x="-3165312" y="6860722"/>
            <a:ext cx="5341328" cy="4194770"/>
          </a:xfrm>
          <a:custGeom>
            <a:avLst/>
            <a:gdLst/>
            <a:ahLst/>
            <a:cxnLst/>
            <a:rect r="r" b="b" t="t" l="l"/>
            <a:pathLst>
              <a:path h="4194770" w="5341328">
                <a:moveTo>
                  <a:pt x="5341328" y="0"/>
                </a:moveTo>
                <a:lnTo>
                  <a:pt x="0" y="0"/>
                </a:lnTo>
                <a:lnTo>
                  <a:pt x="0" y="4194770"/>
                </a:lnTo>
                <a:lnTo>
                  <a:pt x="5341328" y="4194770"/>
                </a:lnTo>
                <a:lnTo>
                  <a:pt x="5341328" y="0"/>
                </a:lnTo>
                <a:close/>
              </a:path>
            </a:pathLst>
          </a:custGeom>
          <a:blipFill>
            <a:blip r:embed="rId3"/>
            <a:stretch>
              <a:fillRect l="-17014" t="-30738" r="-20667" b="-404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4358" y="5585276"/>
            <a:ext cx="548400" cy="548400"/>
            <a:chOff x="0" y="0"/>
            <a:chExt cx="731200" cy="73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537337" y="243586"/>
                  </a:moveTo>
                  <a:lnTo>
                    <a:pt x="293751" y="243586"/>
                  </a:lnTo>
                  <a:lnTo>
                    <a:pt x="293751" y="0"/>
                  </a:lnTo>
                  <a:lnTo>
                    <a:pt x="243586" y="0"/>
                  </a:lnTo>
                  <a:lnTo>
                    <a:pt x="243586" y="243586"/>
                  </a:lnTo>
                  <a:lnTo>
                    <a:pt x="0" y="243586"/>
                  </a:lnTo>
                  <a:lnTo>
                    <a:pt x="0" y="293751"/>
                  </a:lnTo>
                  <a:lnTo>
                    <a:pt x="243586" y="293751"/>
                  </a:lnTo>
                  <a:lnTo>
                    <a:pt x="243586" y="537337"/>
                  </a:lnTo>
                  <a:lnTo>
                    <a:pt x="293751" y="537337"/>
                  </a:lnTo>
                  <a:lnTo>
                    <a:pt x="293751" y="293751"/>
                  </a:lnTo>
                  <a:lnTo>
                    <a:pt x="537337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6898231">
            <a:off x="15514568" y="7973624"/>
            <a:ext cx="5183918" cy="5107346"/>
          </a:xfrm>
          <a:custGeom>
            <a:avLst/>
            <a:gdLst/>
            <a:ahLst/>
            <a:cxnLst/>
            <a:rect r="r" b="b" t="t" l="l"/>
            <a:pathLst>
              <a:path h="5107346" w="5183918">
                <a:moveTo>
                  <a:pt x="0" y="0"/>
                </a:moveTo>
                <a:lnTo>
                  <a:pt x="5183918" y="0"/>
                </a:lnTo>
                <a:lnTo>
                  <a:pt x="5183918" y="5107346"/>
                </a:lnTo>
                <a:lnTo>
                  <a:pt x="0" y="5107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999"/>
            </a:blip>
            <a:stretch>
              <a:fillRect l="-5479" t="0" r="-124845" b="-1282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3911" y="7295438"/>
            <a:ext cx="18294867" cy="4119447"/>
          </a:xfrm>
          <a:custGeom>
            <a:avLst/>
            <a:gdLst/>
            <a:ahLst/>
            <a:cxnLst/>
            <a:rect r="r" b="b" t="t" l="l"/>
            <a:pathLst>
              <a:path h="4119447" w="18294867">
                <a:moveTo>
                  <a:pt x="0" y="0"/>
                </a:moveTo>
                <a:lnTo>
                  <a:pt x="18294867" y="0"/>
                </a:lnTo>
                <a:lnTo>
                  <a:pt x="18294867" y="4119447"/>
                </a:lnTo>
                <a:lnTo>
                  <a:pt x="0" y="4119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6186" y="6472252"/>
            <a:ext cx="65834" cy="548594"/>
          </a:xfrm>
          <a:custGeom>
            <a:avLst/>
            <a:gdLst/>
            <a:ahLst/>
            <a:cxnLst/>
            <a:rect r="r" b="b" t="t" l="l"/>
            <a:pathLst>
              <a:path h="548594" w="65834">
                <a:moveTo>
                  <a:pt x="0" y="0"/>
                </a:moveTo>
                <a:lnTo>
                  <a:pt x="65834" y="0"/>
                </a:lnTo>
                <a:lnTo>
                  <a:pt x="65834" y="548594"/>
                </a:lnTo>
                <a:lnTo>
                  <a:pt x="0" y="5485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7875" y="971950"/>
            <a:ext cx="15252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Stakeholders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749221" y="2072186"/>
          <a:ext cx="12789458" cy="8430506"/>
        </p:xfrm>
        <a:graphic>
          <a:graphicData uri="http://schemas.openxmlformats.org/drawingml/2006/table">
            <a:tbl>
              <a:tblPr/>
              <a:tblGrid>
                <a:gridCol w="316672"/>
                <a:gridCol w="3721335"/>
                <a:gridCol w="3721335"/>
                <a:gridCol w="5030117"/>
              </a:tblGrid>
              <a:tr h="926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Name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Responsibility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Role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</a:tr>
              <a:tr h="1584731">
                <a:tc rowSpan="5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Project Team (Developers / Designers)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Design, develop, and test 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system; ascertain </a:t>
                      </a:r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functionality and usability. </a:t>
                      </a:r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 Creators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7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Project Supervisor (Instructor/Mentor)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Oversee the project team, 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offer feedback, and evaluate progress. </a:t>
                      </a:r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Evaluator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7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End Users 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the system to track 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expenses and improve </a:t>
                      </a:r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financial literacy. </a:t>
                      </a:r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 Users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7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System Administrator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Manage user accounts, 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monitor storage of data and optimize system performance. </a:t>
                      </a:r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 Operator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4682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Data Analyst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Process anonymous data for creating financial </a:t>
                      </a: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insights.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Processor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399993">
            <a:off x="-3165312" y="6860722"/>
            <a:ext cx="5341328" cy="4194770"/>
          </a:xfrm>
          <a:custGeom>
            <a:avLst/>
            <a:gdLst/>
            <a:ahLst/>
            <a:cxnLst/>
            <a:rect r="r" b="b" t="t" l="l"/>
            <a:pathLst>
              <a:path h="4194770" w="5341328">
                <a:moveTo>
                  <a:pt x="5341328" y="0"/>
                </a:moveTo>
                <a:lnTo>
                  <a:pt x="0" y="0"/>
                </a:lnTo>
                <a:lnTo>
                  <a:pt x="0" y="4194770"/>
                </a:lnTo>
                <a:lnTo>
                  <a:pt x="5341328" y="4194770"/>
                </a:lnTo>
                <a:lnTo>
                  <a:pt x="5341328" y="0"/>
                </a:lnTo>
                <a:close/>
              </a:path>
            </a:pathLst>
          </a:custGeom>
          <a:blipFill>
            <a:blip r:embed="rId3"/>
            <a:stretch>
              <a:fillRect l="-17014" t="-30738" r="-20667" b="-404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4358" y="5585276"/>
            <a:ext cx="548400" cy="548400"/>
            <a:chOff x="0" y="0"/>
            <a:chExt cx="731200" cy="73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537337" y="243586"/>
                  </a:moveTo>
                  <a:lnTo>
                    <a:pt x="293751" y="243586"/>
                  </a:lnTo>
                  <a:lnTo>
                    <a:pt x="293751" y="0"/>
                  </a:lnTo>
                  <a:lnTo>
                    <a:pt x="243586" y="0"/>
                  </a:lnTo>
                  <a:lnTo>
                    <a:pt x="243586" y="243586"/>
                  </a:lnTo>
                  <a:lnTo>
                    <a:pt x="0" y="243586"/>
                  </a:lnTo>
                  <a:lnTo>
                    <a:pt x="0" y="293751"/>
                  </a:lnTo>
                  <a:lnTo>
                    <a:pt x="243586" y="293751"/>
                  </a:lnTo>
                  <a:lnTo>
                    <a:pt x="243586" y="537337"/>
                  </a:lnTo>
                  <a:lnTo>
                    <a:pt x="293751" y="537337"/>
                  </a:lnTo>
                  <a:lnTo>
                    <a:pt x="293751" y="293751"/>
                  </a:lnTo>
                  <a:lnTo>
                    <a:pt x="537337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6898231">
            <a:off x="15514568" y="7973624"/>
            <a:ext cx="5183918" cy="5107346"/>
          </a:xfrm>
          <a:custGeom>
            <a:avLst/>
            <a:gdLst/>
            <a:ahLst/>
            <a:cxnLst/>
            <a:rect r="r" b="b" t="t" l="l"/>
            <a:pathLst>
              <a:path h="5107346" w="5183918">
                <a:moveTo>
                  <a:pt x="0" y="0"/>
                </a:moveTo>
                <a:lnTo>
                  <a:pt x="5183918" y="0"/>
                </a:lnTo>
                <a:lnTo>
                  <a:pt x="5183918" y="5107346"/>
                </a:lnTo>
                <a:lnTo>
                  <a:pt x="0" y="5107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999"/>
            </a:blip>
            <a:stretch>
              <a:fillRect l="-5479" t="0" r="-124845" b="-1282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3911" y="7295438"/>
            <a:ext cx="18294867" cy="4119447"/>
          </a:xfrm>
          <a:custGeom>
            <a:avLst/>
            <a:gdLst/>
            <a:ahLst/>
            <a:cxnLst/>
            <a:rect r="r" b="b" t="t" l="l"/>
            <a:pathLst>
              <a:path h="4119447" w="18294867">
                <a:moveTo>
                  <a:pt x="0" y="0"/>
                </a:moveTo>
                <a:lnTo>
                  <a:pt x="18294867" y="0"/>
                </a:lnTo>
                <a:lnTo>
                  <a:pt x="18294867" y="4119447"/>
                </a:lnTo>
                <a:lnTo>
                  <a:pt x="0" y="4119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6186" y="6472252"/>
            <a:ext cx="65834" cy="548594"/>
          </a:xfrm>
          <a:custGeom>
            <a:avLst/>
            <a:gdLst/>
            <a:ahLst/>
            <a:cxnLst/>
            <a:rect r="r" b="b" t="t" l="l"/>
            <a:pathLst>
              <a:path h="548594" w="65834">
                <a:moveTo>
                  <a:pt x="0" y="0"/>
                </a:moveTo>
                <a:lnTo>
                  <a:pt x="65834" y="0"/>
                </a:lnTo>
                <a:lnTo>
                  <a:pt x="65834" y="548594"/>
                </a:lnTo>
                <a:lnTo>
                  <a:pt x="0" y="5485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7875" y="971950"/>
            <a:ext cx="15252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Stakeholders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749221" y="1895875"/>
          <a:ext cx="12789458" cy="9073933"/>
        </p:xfrm>
        <a:graphic>
          <a:graphicData uri="http://schemas.openxmlformats.org/drawingml/2006/table">
            <a:tbl>
              <a:tblPr/>
              <a:tblGrid>
                <a:gridCol w="316672"/>
                <a:gridCol w="3368087"/>
                <a:gridCol w="4552350"/>
                <a:gridCol w="4552350"/>
              </a:tblGrid>
              <a:tr h="1151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Name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Role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Responsibilities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2F2"/>
                    </a:solidFill>
                  </a:tcPr>
                </a:tc>
              </a:tr>
              <a:tr h="2004458">
                <a:tc rowSpan="5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Cloud Service Provider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Technical Support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Provide Secure, reliable hosting and Application Programming Interface Services.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476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Compliance Authority (Finance / Data Regulators)</a:t>
                      </a: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Legal Oversight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Ensure the system adheres to financial and data protection regulations.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476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UX Designer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Experience Architect 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Designs interactive app interfaces and ensures accessibility.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4458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D0D0D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Emergency verification Partner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External Validator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Confirms emergency unlock requests using location, receipts or urgency scoring.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513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8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9789" y="1320663"/>
            <a:ext cx="19547027" cy="2357271"/>
          </a:xfrm>
          <a:custGeom>
            <a:avLst/>
            <a:gdLst/>
            <a:ahLst/>
            <a:cxnLst/>
            <a:rect r="r" b="b" t="t" l="l"/>
            <a:pathLst>
              <a:path h="2357271" w="19547027">
                <a:moveTo>
                  <a:pt x="0" y="0"/>
                </a:moveTo>
                <a:lnTo>
                  <a:pt x="19547027" y="0"/>
                </a:lnTo>
                <a:lnTo>
                  <a:pt x="19547027" y="2357271"/>
                </a:lnTo>
                <a:lnTo>
                  <a:pt x="0" y="235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743832" y="3552698"/>
            <a:ext cx="548400" cy="548400"/>
            <a:chOff x="0" y="0"/>
            <a:chExt cx="731200" cy="73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537337" y="243586"/>
                  </a:moveTo>
                  <a:lnTo>
                    <a:pt x="293751" y="243586"/>
                  </a:lnTo>
                  <a:lnTo>
                    <a:pt x="293751" y="0"/>
                  </a:lnTo>
                  <a:lnTo>
                    <a:pt x="243586" y="0"/>
                  </a:lnTo>
                  <a:lnTo>
                    <a:pt x="243586" y="243586"/>
                  </a:lnTo>
                  <a:lnTo>
                    <a:pt x="0" y="243586"/>
                  </a:lnTo>
                  <a:lnTo>
                    <a:pt x="0" y="293751"/>
                  </a:lnTo>
                  <a:lnTo>
                    <a:pt x="243586" y="293751"/>
                  </a:lnTo>
                  <a:lnTo>
                    <a:pt x="243586" y="537337"/>
                  </a:lnTo>
                  <a:lnTo>
                    <a:pt x="293751" y="537337"/>
                  </a:lnTo>
                  <a:lnTo>
                    <a:pt x="293751" y="293751"/>
                  </a:lnTo>
                  <a:lnTo>
                    <a:pt x="537337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377260" y="4106504"/>
            <a:ext cx="65834" cy="548594"/>
          </a:xfrm>
          <a:custGeom>
            <a:avLst/>
            <a:gdLst/>
            <a:ahLst/>
            <a:cxnLst/>
            <a:rect r="r" b="b" t="t" l="l"/>
            <a:pathLst>
              <a:path h="548594" w="65834">
                <a:moveTo>
                  <a:pt x="0" y="0"/>
                </a:moveTo>
                <a:lnTo>
                  <a:pt x="65834" y="0"/>
                </a:lnTo>
                <a:lnTo>
                  <a:pt x="65834" y="548594"/>
                </a:lnTo>
                <a:lnTo>
                  <a:pt x="0" y="548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09621">
            <a:off x="15756554" y="-1797400"/>
            <a:ext cx="4090936" cy="4318206"/>
          </a:xfrm>
          <a:custGeom>
            <a:avLst/>
            <a:gdLst/>
            <a:ahLst/>
            <a:cxnLst/>
            <a:rect r="r" b="b" t="t" l="l"/>
            <a:pathLst>
              <a:path h="4318206" w="4090936">
                <a:moveTo>
                  <a:pt x="0" y="0"/>
                </a:moveTo>
                <a:lnTo>
                  <a:pt x="4090936" y="0"/>
                </a:lnTo>
                <a:lnTo>
                  <a:pt x="4090936" y="4318206"/>
                </a:lnTo>
                <a:lnTo>
                  <a:pt x="0" y="43182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519" t="0" r="-49644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9803888">
            <a:off x="-2191312" y="-1628428"/>
            <a:ext cx="4814978" cy="4318200"/>
          </a:xfrm>
          <a:custGeom>
            <a:avLst/>
            <a:gdLst/>
            <a:ahLst/>
            <a:cxnLst/>
            <a:rect r="r" b="b" t="t" l="l"/>
            <a:pathLst>
              <a:path h="4318200" w="4814978">
                <a:moveTo>
                  <a:pt x="4814978" y="0"/>
                </a:moveTo>
                <a:lnTo>
                  <a:pt x="0" y="0"/>
                </a:lnTo>
                <a:lnTo>
                  <a:pt x="0" y="4318200"/>
                </a:lnTo>
                <a:lnTo>
                  <a:pt x="4814978" y="4318200"/>
                </a:lnTo>
                <a:lnTo>
                  <a:pt x="4814978" y="0"/>
                </a:lnTo>
                <a:close/>
              </a:path>
            </a:pathLst>
          </a:custGeom>
          <a:blipFill>
            <a:blip r:embed="rId8"/>
            <a:stretch>
              <a:fillRect l="-19248" t="-28578" r="-19722" b="-227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1425" y="971950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Business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0147" y="6498186"/>
            <a:ext cx="378915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Financial risk control and management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58731" y="3278108"/>
            <a:ext cx="37891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Operational efficiency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72125" y="6498186"/>
            <a:ext cx="378915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Cash and liquidity management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9425" y="6198148"/>
            <a:ext cx="3789150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Strategic Insight and Decision Support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80907" y="3217298"/>
            <a:ext cx="37891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Emergency flexibility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399993">
            <a:off x="-3165312" y="6860722"/>
            <a:ext cx="5341328" cy="4194770"/>
          </a:xfrm>
          <a:custGeom>
            <a:avLst/>
            <a:gdLst/>
            <a:ahLst/>
            <a:cxnLst/>
            <a:rect r="r" b="b" t="t" l="l"/>
            <a:pathLst>
              <a:path h="4194770" w="5341328">
                <a:moveTo>
                  <a:pt x="5341328" y="0"/>
                </a:moveTo>
                <a:lnTo>
                  <a:pt x="0" y="0"/>
                </a:lnTo>
                <a:lnTo>
                  <a:pt x="0" y="4194770"/>
                </a:lnTo>
                <a:lnTo>
                  <a:pt x="5341328" y="4194770"/>
                </a:lnTo>
                <a:lnTo>
                  <a:pt x="5341328" y="0"/>
                </a:lnTo>
                <a:close/>
              </a:path>
            </a:pathLst>
          </a:custGeom>
          <a:blipFill>
            <a:blip r:embed="rId3"/>
            <a:stretch>
              <a:fillRect l="-17014" t="-30738" r="-20667" b="-404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4358" y="5585276"/>
            <a:ext cx="548400" cy="548400"/>
            <a:chOff x="0" y="0"/>
            <a:chExt cx="731200" cy="73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537337" y="243586"/>
                  </a:moveTo>
                  <a:lnTo>
                    <a:pt x="293751" y="243586"/>
                  </a:lnTo>
                  <a:lnTo>
                    <a:pt x="293751" y="0"/>
                  </a:lnTo>
                  <a:lnTo>
                    <a:pt x="243586" y="0"/>
                  </a:lnTo>
                  <a:lnTo>
                    <a:pt x="243586" y="243586"/>
                  </a:lnTo>
                  <a:lnTo>
                    <a:pt x="0" y="243586"/>
                  </a:lnTo>
                  <a:lnTo>
                    <a:pt x="0" y="293751"/>
                  </a:lnTo>
                  <a:lnTo>
                    <a:pt x="243586" y="293751"/>
                  </a:lnTo>
                  <a:lnTo>
                    <a:pt x="243586" y="537337"/>
                  </a:lnTo>
                  <a:lnTo>
                    <a:pt x="293751" y="537337"/>
                  </a:lnTo>
                  <a:lnTo>
                    <a:pt x="293751" y="293751"/>
                  </a:lnTo>
                  <a:lnTo>
                    <a:pt x="537337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6898231">
            <a:off x="15514568" y="7973624"/>
            <a:ext cx="5183918" cy="5107346"/>
          </a:xfrm>
          <a:custGeom>
            <a:avLst/>
            <a:gdLst/>
            <a:ahLst/>
            <a:cxnLst/>
            <a:rect r="r" b="b" t="t" l="l"/>
            <a:pathLst>
              <a:path h="5107346" w="5183918">
                <a:moveTo>
                  <a:pt x="0" y="0"/>
                </a:moveTo>
                <a:lnTo>
                  <a:pt x="5183918" y="0"/>
                </a:lnTo>
                <a:lnTo>
                  <a:pt x="5183918" y="5107346"/>
                </a:lnTo>
                <a:lnTo>
                  <a:pt x="0" y="5107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999"/>
            </a:blip>
            <a:stretch>
              <a:fillRect l="-5479" t="0" r="-124845" b="-1282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3911" y="7295438"/>
            <a:ext cx="18294867" cy="4119447"/>
          </a:xfrm>
          <a:custGeom>
            <a:avLst/>
            <a:gdLst/>
            <a:ahLst/>
            <a:cxnLst/>
            <a:rect r="r" b="b" t="t" l="l"/>
            <a:pathLst>
              <a:path h="4119447" w="18294867">
                <a:moveTo>
                  <a:pt x="0" y="0"/>
                </a:moveTo>
                <a:lnTo>
                  <a:pt x="18294867" y="0"/>
                </a:lnTo>
                <a:lnTo>
                  <a:pt x="18294867" y="4119447"/>
                </a:lnTo>
                <a:lnTo>
                  <a:pt x="0" y="4119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6186" y="6472252"/>
            <a:ext cx="65834" cy="548594"/>
          </a:xfrm>
          <a:custGeom>
            <a:avLst/>
            <a:gdLst/>
            <a:ahLst/>
            <a:cxnLst/>
            <a:rect r="r" b="b" t="t" l="l"/>
            <a:pathLst>
              <a:path h="548594" w="65834">
                <a:moveTo>
                  <a:pt x="0" y="0"/>
                </a:moveTo>
                <a:lnTo>
                  <a:pt x="65834" y="0"/>
                </a:lnTo>
                <a:lnTo>
                  <a:pt x="65834" y="548594"/>
                </a:lnTo>
                <a:lnTo>
                  <a:pt x="0" y="5485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7925" y="4676775"/>
            <a:ext cx="15252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Functional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884" y="7039650"/>
            <a:ext cx="65834" cy="548594"/>
          </a:xfrm>
          <a:custGeom>
            <a:avLst/>
            <a:gdLst/>
            <a:ahLst/>
            <a:cxnLst/>
            <a:rect r="r" b="b" t="t" l="l"/>
            <a:pathLst>
              <a:path h="548594" w="65834">
                <a:moveTo>
                  <a:pt x="0" y="0"/>
                </a:moveTo>
                <a:lnTo>
                  <a:pt x="65834" y="0"/>
                </a:lnTo>
                <a:lnTo>
                  <a:pt x="65834" y="548594"/>
                </a:lnTo>
                <a:lnTo>
                  <a:pt x="0" y="548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61550" y="0"/>
            <a:ext cx="1462800" cy="1536000"/>
            <a:chOff x="0" y="0"/>
            <a:chExt cx="1950400" cy="204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0339" cy="2048002"/>
            </a:xfrm>
            <a:custGeom>
              <a:avLst/>
              <a:gdLst/>
              <a:ahLst/>
              <a:cxnLst/>
              <a:rect r="r" b="b" t="t" l="l"/>
              <a:pathLst>
                <a:path h="2048002" w="1950339">
                  <a:moveTo>
                    <a:pt x="0" y="707517"/>
                  </a:moveTo>
                  <a:lnTo>
                    <a:pt x="692531" y="818769"/>
                  </a:lnTo>
                  <a:lnTo>
                    <a:pt x="372491" y="195580"/>
                  </a:lnTo>
                  <a:lnTo>
                    <a:pt x="867156" y="692150"/>
                  </a:lnTo>
                  <a:lnTo>
                    <a:pt x="975233" y="0"/>
                  </a:lnTo>
                  <a:lnTo>
                    <a:pt x="1083183" y="692023"/>
                  </a:lnTo>
                  <a:lnTo>
                    <a:pt x="1577848" y="195453"/>
                  </a:lnTo>
                  <a:lnTo>
                    <a:pt x="1257808" y="818769"/>
                  </a:lnTo>
                  <a:lnTo>
                    <a:pt x="1950339" y="707517"/>
                  </a:lnTo>
                  <a:lnTo>
                    <a:pt x="1324610" y="1024001"/>
                  </a:lnTo>
                  <a:lnTo>
                    <a:pt x="1950339" y="1340485"/>
                  </a:lnTo>
                  <a:lnTo>
                    <a:pt x="1257808" y="1229233"/>
                  </a:lnTo>
                  <a:lnTo>
                    <a:pt x="1577848" y="1852549"/>
                  </a:lnTo>
                  <a:lnTo>
                    <a:pt x="1083183" y="1355979"/>
                  </a:lnTo>
                  <a:lnTo>
                    <a:pt x="975233" y="2048002"/>
                  </a:lnTo>
                  <a:lnTo>
                    <a:pt x="867283" y="1355979"/>
                  </a:lnTo>
                  <a:lnTo>
                    <a:pt x="372618" y="1852549"/>
                  </a:lnTo>
                  <a:lnTo>
                    <a:pt x="692658" y="1229233"/>
                  </a:lnTo>
                  <a:lnTo>
                    <a:pt x="0" y="1340485"/>
                  </a:lnTo>
                  <a:lnTo>
                    <a:pt x="625729" y="1024001"/>
                  </a:lnTo>
                  <a:close/>
                </a:path>
              </a:pathLst>
            </a:custGeom>
            <a:solidFill>
              <a:srgbClr val="3D66F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861550" y="1847000"/>
            <a:ext cx="548400" cy="548400"/>
            <a:chOff x="0" y="0"/>
            <a:chExt cx="731200" cy="73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0" y="243586"/>
                  </a:moveTo>
                  <a:lnTo>
                    <a:pt x="243586" y="243586"/>
                  </a:lnTo>
                  <a:lnTo>
                    <a:pt x="243586" y="0"/>
                  </a:lnTo>
                  <a:lnTo>
                    <a:pt x="293751" y="0"/>
                  </a:lnTo>
                  <a:lnTo>
                    <a:pt x="293751" y="243586"/>
                  </a:lnTo>
                  <a:lnTo>
                    <a:pt x="537337" y="243586"/>
                  </a:lnTo>
                  <a:lnTo>
                    <a:pt x="537337" y="293751"/>
                  </a:lnTo>
                  <a:lnTo>
                    <a:pt x="293751" y="293751"/>
                  </a:lnTo>
                  <a:lnTo>
                    <a:pt x="293751" y="537337"/>
                  </a:lnTo>
                  <a:lnTo>
                    <a:pt x="243586" y="537337"/>
                  </a:lnTo>
                  <a:lnTo>
                    <a:pt x="243586" y="293751"/>
                  </a:lnTo>
                  <a:lnTo>
                    <a:pt x="0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1459502" y="6312700"/>
            <a:ext cx="4151204" cy="3916302"/>
          </a:xfrm>
          <a:custGeom>
            <a:avLst/>
            <a:gdLst/>
            <a:ahLst/>
            <a:cxnLst/>
            <a:rect r="r" b="b" t="t" l="l"/>
            <a:pathLst>
              <a:path h="3916302" w="4151204">
                <a:moveTo>
                  <a:pt x="0" y="0"/>
                </a:moveTo>
                <a:lnTo>
                  <a:pt x="4151204" y="0"/>
                </a:lnTo>
                <a:lnTo>
                  <a:pt x="4151204" y="3916302"/>
                </a:lnTo>
                <a:lnTo>
                  <a:pt x="0" y="3916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858" t="0" r="-4004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0600" y="1929981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NFR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367391" y="3257411"/>
            <a:ext cx="20017022" cy="5013440"/>
            <a:chOff x="0" y="0"/>
            <a:chExt cx="26689362" cy="66845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689362" cy="6684586"/>
            </a:xfrm>
            <a:custGeom>
              <a:avLst/>
              <a:gdLst/>
              <a:ahLst/>
              <a:cxnLst/>
              <a:rect r="r" b="b" t="t" l="l"/>
              <a:pathLst>
                <a:path h="6684586" w="26689362">
                  <a:moveTo>
                    <a:pt x="0" y="0"/>
                  </a:moveTo>
                  <a:lnTo>
                    <a:pt x="26689362" y="0"/>
                  </a:lnTo>
                  <a:lnTo>
                    <a:pt x="26689362" y="6684586"/>
                  </a:lnTo>
                  <a:lnTo>
                    <a:pt x="0" y="6684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201467" y="3749132"/>
              <a:ext cx="5852200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D0D0D"/>
                  </a:solidFill>
                  <a:latin typeface="DM Sans"/>
                  <a:ea typeface="DM Sans"/>
                  <a:cs typeface="DM Sans"/>
                  <a:sym typeface="DM Sans"/>
                </a:rPr>
                <a:t>Performance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16995" y="3749127"/>
              <a:ext cx="5852200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D0D0D"/>
                  </a:solidFill>
                  <a:latin typeface="DM Sans"/>
                  <a:ea typeface="DM Sans"/>
                  <a:cs typeface="DM Sans"/>
                  <a:sym typeface="DM Sans"/>
                </a:rPr>
                <a:t>Security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748152" y="3749127"/>
              <a:ext cx="5852200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D0D0D"/>
                  </a:solidFill>
                  <a:latin typeface="DM Sans"/>
                  <a:ea typeface="DM Sans"/>
                  <a:cs typeface="DM Sans"/>
                  <a:sym typeface="DM Sans"/>
                </a:rPr>
                <a:t>Availability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5132567" y="1293684"/>
              <a:ext cx="1990000" cy="1990000"/>
              <a:chOff x="0" y="0"/>
              <a:chExt cx="1990000" cy="199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89963" cy="1989963"/>
              </a:xfrm>
              <a:custGeom>
                <a:avLst/>
                <a:gdLst/>
                <a:ahLst/>
                <a:cxnLst/>
                <a:rect r="r" b="b" t="t" l="l"/>
                <a:pathLst>
                  <a:path h="1989963" w="1989963">
                    <a:moveTo>
                      <a:pt x="25400" y="0"/>
                    </a:moveTo>
                    <a:lnTo>
                      <a:pt x="1964563" y="0"/>
                    </a:lnTo>
                    <a:cubicBezTo>
                      <a:pt x="1978533" y="0"/>
                      <a:pt x="1989963" y="11430"/>
                      <a:pt x="1989963" y="25400"/>
                    </a:cubicBezTo>
                    <a:lnTo>
                      <a:pt x="1989963" y="1964563"/>
                    </a:lnTo>
                    <a:cubicBezTo>
                      <a:pt x="1989963" y="1978533"/>
                      <a:pt x="1978533" y="1989963"/>
                      <a:pt x="1964563" y="1989963"/>
                    </a:cubicBezTo>
                    <a:lnTo>
                      <a:pt x="25400" y="1989963"/>
                    </a:lnTo>
                    <a:cubicBezTo>
                      <a:pt x="11430" y="1989963"/>
                      <a:pt x="0" y="1978533"/>
                      <a:pt x="0" y="1964563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1964563"/>
                    </a:lnTo>
                    <a:lnTo>
                      <a:pt x="25400" y="1964563"/>
                    </a:lnTo>
                    <a:lnTo>
                      <a:pt x="25400" y="1939163"/>
                    </a:lnTo>
                    <a:lnTo>
                      <a:pt x="1964563" y="1939163"/>
                    </a:lnTo>
                    <a:lnTo>
                      <a:pt x="1964563" y="1964563"/>
                    </a:lnTo>
                    <a:lnTo>
                      <a:pt x="1939163" y="1964563"/>
                    </a:lnTo>
                    <a:lnTo>
                      <a:pt x="1939163" y="25400"/>
                    </a:lnTo>
                    <a:lnTo>
                      <a:pt x="1964563" y="25400"/>
                    </a:lnTo>
                    <a:lnTo>
                      <a:pt x="1964563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D0D0D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8679233" y="1293684"/>
              <a:ext cx="1990000" cy="1990000"/>
              <a:chOff x="0" y="0"/>
              <a:chExt cx="1990000" cy="199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89963" cy="1989963"/>
              </a:xfrm>
              <a:custGeom>
                <a:avLst/>
                <a:gdLst/>
                <a:ahLst/>
                <a:cxnLst/>
                <a:rect r="r" b="b" t="t" l="l"/>
                <a:pathLst>
                  <a:path h="1989963" w="1989963">
                    <a:moveTo>
                      <a:pt x="25400" y="0"/>
                    </a:moveTo>
                    <a:lnTo>
                      <a:pt x="1964563" y="0"/>
                    </a:lnTo>
                    <a:cubicBezTo>
                      <a:pt x="1978533" y="0"/>
                      <a:pt x="1989963" y="11430"/>
                      <a:pt x="1989963" y="25400"/>
                    </a:cubicBezTo>
                    <a:lnTo>
                      <a:pt x="1989963" y="1964563"/>
                    </a:lnTo>
                    <a:cubicBezTo>
                      <a:pt x="1989963" y="1978533"/>
                      <a:pt x="1978533" y="1989963"/>
                      <a:pt x="1964563" y="1989963"/>
                    </a:cubicBezTo>
                    <a:lnTo>
                      <a:pt x="25400" y="1989963"/>
                    </a:lnTo>
                    <a:cubicBezTo>
                      <a:pt x="11430" y="1989963"/>
                      <a:pt x="0" y="1978533"/>
                      <a:pt x="0" y="1964563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1964563"/>
                    </a:lnTo>
                    <a:lnTo>
                      <a:pt x="25400" y="1964563"/>
                    </a:lnTo>
                    <a:lnTo>
                      <a:pt x="25400" y="1939163"/>
                    </a:lnTo>
                    <a:lnTo>
                      <a:pt x="1964563" y="1939163"/>
                    </a:lnTo>
                    <a:lnTo>
                      <a:pt x="1964563" y="1964563"/>
                    </a:lnTo>
                    <a:lnTo>
                      <a:pt x="1939163" y="1964563"/>
                    </a:lnTo>
                    <a:lnTo>
                      <a:pt x="1939163" y="25400"/>
                    </a:lnTo>
                    <a:lnTo>
                      <a:pt x="1964563" y="25400"/>
                    </a:lnTo>
                    <a:lnTo>
                      <a:pt x="1964563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D0D0D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900500" y="1293684"/>
              <a:ext cx="1990000" cy="1990000"/>
              <a:chOff x="0" y="0"/>
              <a:chExt cx="1990000" cy="199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89963" cy="1989963"/>
              </a:xfrm>
              <a:custGeom>
                <a:avLst/>
                <a:gdLst/>
                <a:ahLst/>
                <a:cxnLst/>
                <a:rect r="r" b="b" t="t" l="l"/>
                <a:pathLst>
                  <a:path h="1989963" w="1989963">
                    <a:moveTo>
                      <a:pt x="25400" y="0"/>
                    </a:moveTo>
                    <a:lnTo>
                      <a:pt x="1964563" y="0"/>
                    </a:lnTo>
                    <a:cubicBezTo>
                      <a:pt x="1978533" y="0"/>
                      <a:pt x="1989963" y="11430"/>
                      <a:pt x="1989963" y="25400"/>
                    </a:cubicBezTo>
                    <a:lnTo>
                      <a:pt x="1989963" y="1964563"/>
                    </a:lnTo>
                    <a:cubicBezTo>
                      <a:pt x="1989963" y="1978533"/>
                      <a:pt x="1978533" y="1989963"/>
                      <a:pt x="1964563" y="1989963"/>
                    </a:cubicBezTo>
                    <a:lnTo>
                      <a:pt x="25400" y="1989963"/>
                    </a:lnTo>
                    <a:cubicBezTo>
                      <a:pt x="11430" y="1989963"/>
                      <a:pt x="0" y="1978533"/>
                      <a:pt x="0" y="1964563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1964563"/>
                    </a:lnTo>
                    <a:lnTo>
                      <a:pt x="25400" y="1964563"/>
                    </a:lnTo>
                    <a:lnTo>
                      <a:pt x="25400" y="1939163"/>
                    </a:lnTo>
                    <a:lnTo>
                      <a:pt x="1964563" y="1939163"/>
                    </a:lnTo>
                    <a:lnTo>
                      <a:pt x="1964563" y="1964563"/>
                    </a:lnTo>
                    <a:lnTo>
                      <a:pt x="1939163" y="1964563"/>
                    </a:lnTo>
                    <a:lnTo>
                      <a:pt x="1939163" y="25400"/>
                    </a:lnTo>
                    <a:lnTo>
                      <a:pt x="1964563" y="25400"/>
                    </a:lnTo>
                    <a:lnTo>
                      <a:pt x="1964563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D0D0D"/>
              </a:solidFill>
            </p:spPr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2323839" y="1711561"/>
              <a:ext cx="1154101" cy="1154085"/>
            </a:xfrm>
            <a:custGeom>
              <a:avLst/>
              <a:gdLst/>
              <a:ahLst/>
              <a:cxnLst/>
              <a:rect r="r" b="b" t="t" l="l"/>
              <a:pathLst>
                <a:path h="1154085" w="1154101">
                  <a:moveTo>
                    <a:pt x="0" y="0"/>
                  </a:moveTo>
                  <a:lnTo>
                    <a:pt x="1154101" y="0"/>
                  </a:lnTo>
                  <a:lnTo>
                    <a:pt x="1154101" y="1154085"/>
                  </a:lnTo>
                  <a:lnTo>
                    <a:pt x="0" y="1154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634937" y="1726702"/>
              <a:ext cx="985237" cy="1123936"/>
            </a:xfrm>
            <a:custGeom>
              <a:avLst/>
              <a:gdLst/>
              <a:ahLst/>
              <a:cxnLst/>
              <a:rect r="r" b="b" t="t" l="l"/>
              <a:pathLst>
                <a:path h="1123936" w="985237">
                  <a:moveTo>
                    <a:pt x="0" y="0"/>
                  </a:moveTo>
                  <a:lnTo>
                    <a:pt x="985238" y="0"/>
                  </a:lnTo>
                  <a:lnTo>
                    <a:pt x="985238" y="1123936"/>
                  </a:lnTo>
                  <a:lnTo>
                    <a:pt x="0" y="112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9170825" y="1679030"/>
              <a:ext cx="1007288" cy="1219205"/>
            </a:xfrm>
            <a:custGeom>
              <a:avLst/>
              <a:gdLst/>
              <a:ahLst/>
              <a:cxnLst/>
              <a:rect r="r" b="b" t="t" l="l"/>
              <a:pathLst>
                <a:path h="1219205" w="1007288">
                  <a:moveTo>
                    <a:pt x="0" y="0"/>
                  </a:moveTo>
                  <a:lnTo>
                    <a:pt x="1007288" y="0"/>
                  </a:lnTo>
                  <a:lnTo>
                    <a:pt x="1007288" y="1219206"/>
                  </a:lnTo>
                  <a:lnTo>
                    <a:pt x="0" y="121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477838">
            <a:off x="-2079214" y="-3059270"/>
            <a:ext cx="5376626" cy="5297194"/>
          </a:xfrm>
          <a:custGeom>
            <a:avLst/>
            <a:gdLst/>
            <a:ahLst/>
            <a:cxnLst/>
            <a:rect r="r" b="b" t="t" l="l"/>
            <a:pathLst>
              <a:path h="5297194" w="5376626">
                <a:moveTo>
                  <a:pt x="0" y="0"/>
                </a:moveTo>
                <a:lnTo>
                  <a:pt x="5376626" y="0"/>
                </a:lnTo>
                <a:lnTo>
                  <a:pt x="5376626" y="5297194"/>
                </a:lnTo>
                <a:lnTo>
                  <a:pt x="0" y="52971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999"/>
            </a:blip>
            <a:stretch>
              <a:fillRect l="-5479" t="0" r="-124845" b="-12829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714416">
            <a:off x="15302714" y="7653120"/>
            <a:ext cx="5341326" cy="4194770"/>
          </a:xfrm>
          <a:custGeom>
            <a:avLst/>
            <a:gdLst/>
            <a:ahLst/>
            <a:cxnLst/>
            <a:rect r="r" b="b" t="t" l="l"/>
            <a:pathLst>
              <a:path h="4194770" w="5341326">
                <a:moveTo>
                  <a:pt x="0" y="0"/>
                </a:moveTo>
                <a:lnTo>
                  <a:pt x="5341326" y="0"/>
                </a:lnTo>
                <a:lnTo>
                  <a:pt x="5341326" y="4194770"/>
                </a:lnTo>
                <a:lnTo>
                  <a:pt x="0" y="41947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014" t="-30738" r="-20667" b="-404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425" y="1684666"/>
            <a:ext cx="152251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Continue..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26713" y="4482609"/>
            <a:ext cx="17422274" cy="3653000"/>
          </a:xfrm>
          <a:custGeom>
            <a:avLst/>
            <a:gdLst/>
            <a:ahLst/>
            <a:cxnLst/>
            <a:rect r="r" b="b" t="t" l="l"/>
            <a:pathLst>
              <a:path h="3653000" w="17422274">
                <a:moveTo>
                  <a:pt x="0" y="0"/>
                </a:moveTo>
                <a:lnTo>
                  <a:pt x="17422274" y="0"/>
                </a:lnTo>
                <a:lnTo>
                  <a:pt x="17422274" y="3653000"/>
                </a:lnTo>
                <a:lnTo>
                  <a:pt x="0" y="365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02733" y="2151391"/>
            <a:ext cx="20293467" cy="5175697"/>
          </a:xfrm>
          <a:custGeom>
            <a:avLst/>
            <a:gdLst/>
            <a:ahLst/>
            <a:cxnLst/>
            <a:rect r="r" b="b" t="t" l="l"/>
            <a:pathLst>
              <a:path h="5175697" w="20293467">
                <a:moveTo>
                  <a:pt x="0" y="0"/>
                </a:moveTo>
                <a:lnTo>
                  <a:pt x="20293466" y="0"/>
                </a:lnTo>
                <a:lnTo>
                  <a:pt x="20293466" y="5175696"/>
                </a:lnTo>
                <a:lnTo>
                  <a:pt x="0" y="51756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61712" y="5999547"/>
            <a:ext cx="56329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Usability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78158" y="5998168"/>
            <a:ext cx="56305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Maintainability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31955" y="4069203"/>
            <a:ext cx="1492500" cy="1492500"/>
            <a:chOff x="0" y="0"/>
            <a:chExt cx="1990000" cy="199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9963" cy="1989963"/>
            </a:xfrm>
            <a:custGeom>
              <a:avLst/>
              <a:gdLst/>
              <a:ahLst/>
              <a:cxnLst/>
              <a:rect r="r" b="b" t="t" l="l"/>
              <a:pathLst>
                <a:path h="1989963" w="1989963">
                  <a:moveTo>
                    <a:pt x="25400" y="0"/>
                  </a:moveTo>
                  <a:lnTo>
                    <a:pt x="1964563" y="0"/>
                  </a:lnTo>
                  <a:cubicBezTo>
                    <a:pt x="1978533" y="0"/>
                    <a:pt x="1989963" y="11430"/>
                    <a:pt x="1989963" y="25400"/>
                  </a:cubicBezTo>
                  <a:lnTo>
                    <a:pt x="1989963" y="1964563"/>
                  </a:lnTo>
                  <a:cubicBezTo>
                    <a:pt x="1989963" y="1978533"/>
                    <a:pt x="1978533" y="1989963"/>
                    <a:pt x="1964563" y="1989963"/>
                  </a:cubicBezTo>
                  <a:lnTo>
                    <a:pt x="25400" y="1989963"/>
                  </a:lnTo>
                  <a:cubicBezTo>
                    <a:pt x="11430" y="1989963"/>
                    <a:pt x="0" y="1978533"/>
                    <a:pt x="0" y="196456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64563"/>
                  </a:lnTo>
                  <a:lnTo>
                    <a:pt x="25400" y="1964563"/>
                  </a:lnTo>
                  <a:lnTo>
                    <a:pt x="25400" y="1939163"/>
                  </a:lnTo>
                  <a:lnTo>
                    <a:pt x="1964563" y="1939163"/>
                  </a:lnTo>
                  <a:lnTo>
                    <a:pt x="1964563" y="1964563"/>
                  </a:lnTo>
                  <a:lnTo>
                    <a:pt x="1939163" y="1964563"/>
                  </a:lnTo>
                  <a:lnTo>
                    <a:pt x="1939163" y="25400"/>
                  </a:lnTo>
                  <a:lnTo>
                    <a:pt x="1964563" y="25400"/>
                  </a:lnTo>
                  <a:lnTo>
                    <a:pt x="196456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47155" y="4069203"/>
            <a:ext cx="1492500" cy="1492500"/>
            <a:chOff x="0" y="0"/>
            <a:chExt cx="1990000" cy="199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9963" cy="1989963"/>
            </a:xfrm>
            <a:custGeom>
              <a:avLst/>
              <a:gdLst/>
              <a:ahLst/>
              <a:cxnLst/>
              <a:rect r="r" b="b" t="t" l="l"/>
              <a:pathLst>
                <a:path h="1989963" w="1989963">
                  <a:moveTo>
                    <a:pt x="25400" y="0"/>
                  </a:moveTo>
                  <a:lnTo>
                    <a:pt x="1964563" y="0"/>
                  </a:lnTo>
                  <a:cubicBezTo>
                    <a:pt x="1978533" y="0"/>
                    <a:pt x="1989963" y="11430"/>
                    <a:pt x="1989963" y="25400"/>
                  </a:cubicBezTo>
                  <a:lnTo>
                    <a:pt x="1989963" y="1964563"/>
                  </a:lnTo>
                  <a:cubicBezTo>
                    <a:pt x="1989963" y="1978533"/>
                    <a:pt x="1978533" y="1989963"/>
                    <a:pt x="1964563" y="1989963"/>
                  </a:cubicBezTo>
                  <a:lnTo>
                    <a:pt x="25400" y="1989963"/>
                  </a:lnTo>
                  <a:cubicBezTo>
                    <a:pt x="11430" y="1989963"/>
                    <a:pt x="0" y="1978533"/>
                    <a:pt x="0" y="1964563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64563"/>
                  </a:lnTo>
                  <a:lnTo>
                    <a:pt x="25400" y="1964563"/>
                  </a:lnTo>
                  <a:lnTo>
                    <a:pt x="25400" y="1939163"/>
                  </a:lnTo>
                  <a:lnTo>
                    <a:pt x="1964563" y="1939163"/>
                  </a:lnTo>
                  <a:lnTo>
                    <a:pt x="1964563" y="1964563"/>
                  </a:lnTo>
                  <a:lnTo>
                    <a:pt x="1939163" y="1964563"/>
                  </a:lnTo>
                  <a:lnTo>
                    <a:pt x="1939163" y="25400"/>
                  </a:lnTo>
                  <a:lnTo>
                    <a:pt x="1964563" y="25400"/>
                  </a:lnTo>
                  <a:lnTo>
                    <a:pt x="1964563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220985" y="4358261"/>
            <a:ext cx="914404" cy="914382"/>
          </a:xfrm>
          <a:custGeom>
            <a:avLst/>
            <a:gdLst/>
            <a:ahLst/>
            <a:cxnLst/>
            <a:rect r="r" b="b" t="t" l="l"/>
            <a:pathLst>
              <a:path h="914382" w="914404">
                <a:moveTo>
                  <a:pt x="0" y="0"/>
                </a:moveTo>
                <a:lnTo>
                  <a:pt x="914404" y="0"/>
                </a:lnTo>
                <a:lnTo>
                  <a:pt x="914404" y="914382"/>
                </a:lnTo>
                <a:lnTo>
                  <a:pt x="0" y="9143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36269" y="4384167"/>
            <a:ext cx="914378" cy="862612"/>
          </a:xfrm>
          <a:custGeom>
            <a:avLst/>
            <a:gdLst/>
            <a:ahLst/>
            <a:cxnLst/>
            <a:rect r="r" b="b" t="t" l="l"/>
            <a:pathLst>
              <a:path h="862612" w="914378">
                <a:moveTo>
                  <a:pt x="0" y="0"/>
                </a:moveTo>
                <a:lnTo>
                  <a:pt x="914378" y="0"/>
                </a:lnTo>
                <a:lnTo>
                  <a:pt x="914378" y="862612"/>
                </a:lnTo>
                <a:lnTo>
                  <a:pt x="0" y="862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0802" y="62850"/>
            <a:ext cx="1462800" cy="1536000"/>
            <a:chOff x="0" y="0"/>
            <a:chExt cx="1950400" cy="204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339" cy="2048002"/>
            </a:xfrm>
            <a:custGeom>
              <a:avLst/>
              <a:gdLst/>
              <a:ahLst/>
              <a:cxnLst/>
              <a:rect r="r" b="b" t="t" l="l"/>
              <a:pathLst>
                <a:path h="2048002" w="1950339">
                  <a:moveTo>
                    <a:pt x="0" y="707517"/>
                  </a:moveTo>
                  <a:lnTo>
                    <a:pt x="692531" y="818769"/>
                  </a:lnTo>
                  <a:lnTo>
                    <a:pt x="372491" y="195580"/>
                  </a:lnTo>
                  <a:lnTo>
                    <a:pt x="867156" y="692150"/>
                  </a:lnTo>
                  <a:lnTo>
                    <a:pt x="975233" y="0"/>
                  </a:lnTo>
                  <a:lnTo>
                    <a:pt x="1083183" y="692023"/>
                  </a:lnTo>
                  <a:lnTo>
                    <a:pt x="1577848" y="195453"/>
                  </a:lnTo>
                  <a:lnTo>
                    <a:pt x="1257808" y="818769"/>
                  </a:lnTo>
                  <a:lnTo>
                    <a:pt x="1950339" y="707517"/>
                  </a:lnTo>
                  <a:lnTo>
                    <a:pt x="1324610" y="1024001"/>
                  </a:lnTo>
                  <a:lnTo>
                    <a:pt x="1950339" y="1340485"/>
                  </a:lnTo>
                  <a:lnTo>
                    <a:pt x="1257808" y="1229233"/>
                  </a:lnTo>
                  <a:lnTo>
                    <a:pt x="1577848" y="1852549"/>
                  </a:lnTo>
                  <a:lnTo>
                    <a:pt x="1083183" y="1355979"/>
                  </a:lnTo>
                  <a:lnTo>
                    <a:pt x="975233" y="2048002"/>
                  </a:lnTo>
                  <a:lnTo>
                    <a:pt x="867283" y="1355979"/>
                  </a:lnTo>
                  <a:lnTo>
                    <a:pt x="372618" y="1852549"/>
                  </a:lnTo>
                  <a:lnTo>
                    <a:pt x="692658" y="1229233"/>
                  </a:lnTo>
                  <a:lnTo>
                    <a:pt x="0" y="1340485"/>
                  </a:lnTo>
                  <a:lnTo>
                    <a:pt x="625729" y="1024001"/>
                  </a:lnTo>
                  <a:close/>
                </a:path>
              </a:pathLst>
            </a:custGeom>
            <a:solidFill>
              <a:srgbClr val="3D66F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882558" y="1589344"/>
            <a:ext cx="1665016" cy="1665016"/>
          </a:xfrm>
          <a:custGeom>
            <a:avLst/>
            <a:gdLst/>
            <a:ahLst/>
            <a:cxnLst/>
            <a:rect r="r" b="b" t="t" l="l"/>
            <a:pathLst>
              <a:path h="1665016" w="1665016">
                <a:moveTo>
                  <a:pt x="0" y="0"/>
                </a:moveTo>
                <a:lnTo>
                  <a:pt x="1665016" y="0"/>
                </a:lnTo>
                <a:lnTo>
                  <a:pt x="1665016" y="1665016"/>
                </a:lnTo>
                <a:lnTo>
                  <a:pt x="0" y="1665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16026180" y="8963396"/>
            <a:ext cx="4658852" cy="1323600"/>
          </a:xfrm>
          <a:custGeom>
            <a:avLst/>
            <a:gdLst/>
            <a:ahLst/>
            <a:cxnLst/>
            <a:rect r="r" b="b" t="t" l="l"/>
            <a:pathLst>
              <a:path h="1323600" w="4658852">
                <a:moveTo>
                  <a:pt x="4658852" y="0"/>
                </a:moveTo>
                <a:lnTo>
                  <a:pt x="0" y="0"/>
                </a:lnTo>
                <a:lnTo>
                  <a:pt x="0" y="1323600"/>
                </a:lnTo>
                <a:lnTo>
                  <a:pt x="4658852" y="1323600"/>
                </a:lnTo>
                <a:lnTo>
                  <a:pt x="4658852" y="0"/>
                </a:lnTo>
                <a:close/>
              </a:path>
            </a:pathLst>
          </a:custGeom>
          <a:blipFill>
            <a:blip r:embed="rId5"/>
            <a:stretch>
              <a:fillRect l="-104787" t="-34034" r="0" b="-56989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558" y="3596236"/>
            <a:ext cx="548400" cy="548400"/>
            <a:chOff x="0" y="0"/>
            <a:chExt cx="731200" cy="73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537337" y="243586"/>
                  </a:moveTo>
                  <a:lnTo>
                    <a:pt x="293751" y="243586"/>
                  </a:lnTo>
                  <a:lnTo>
                    <a:pt x="293751" y="0"/>
                  </a:lnTo>
                  <a:lnTo>
                    <a:pt x="243586" y="0"/>
                  </a:lnTo>
                  <a:lnTo>
                    <a:pt x="243586" y="243586"/>
                  </a:lnTo>
                  <a:lnTo>
                    <a:pt x="0" y="243586"/>
                  </a:lnTo>
                  <a:lnTo>
                    <a:pt x="0" y="293751"/>
                  </a:lnTo>
                  <a:lnTo>
                    <a:pt x="243586" y="293751"/>
                  </a:lnTo>
                  <a:lnTo>
                    <a:pt x="243586" y="537337"/>
                  </a:lnTo>
                  <a:lnTo>
                    <a:pt x="293751" y="537337"/>
                  </a:lnTo>
                  <a:lnTo>
                    <a:pt x="293751" y="293751"/>
                  </a:lnTo>
                  <a:lnTo>
                    <a:pt x="537337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532884" y="8106450"/>
            <a:ext cx="65834" cy="548594"/>
          </a:xfrm>
          <a:custGeom>
            <a:avLst/>
            <a:gdLst/>
            <a:ahLst/>
            <a:cxnLst/>
            <a:rect r="r" b="b" t="t" l="l"/>
            <a:pathLst>
              <a:path h="548594" w="65834">
                <a:moveTo>
                  <a:pt x="0" y="0"/>
                </a:moveTo>
                <a:lnTo>
                  <a:pt x="65834" y="0"/>
                </a:lnTo>
                <a:lnTo>
                  <a:pt x="65834" y="548594"/>
                </a:lnTo>
                <a:lnTo>
                  <a:pt x="0" y="548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1778" y="4065056"/>
            <a:ext cx="8713350" cy="193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Thanks!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63658" y="4242658"/>
            <a:ext cx="548400" cy="548400"/>
            <a:chOff x="0" y="0"/>
            <a:chExt cx="731200" cy="73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6901" y="96901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537337" y="243586"/>
                  </a:moveTo>
                  <a:lnTo>
                    <a:pt x="293751" y="243586"/>
                  </a:lnTo>
                  <a:lnTo>
                    <a:pt x="293751" y="0"/>
                  </a:lnTo>
                  <a:lnTo>
                    <a:pt x="243586" y="0"/>
                  </a:lnTo>
                  <a:lnTo>
                    <a:pt x="243586" y="243586"/>
                  </a:lnTo>
                  <a:lnTo>
                    <a:pt x="0" y="243586"/>
                  </a:lnTo>
                  <a:lnTo>
                    <a:pt x="0" y="293751"/>
                  </a:lnTo>
                  <a:lnTo>
                    <a:pt x="243586" y="293751"/>
                  </a:lnTo>
                  <a:lnTo>
                    <a:pt x="243586" y="537337"/>
                  </a:lnTo>
                  <a:lnTo>
                    <a:pt x="293751" y="537337"/>
                  </a:lnTo>
                  <a:lnTo>
                    <a:pt x="293751" y="293751"/>
                  </a:lnTo>
                  <a:lnTo>
                    <a:pt x="537337" y="293751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Freeform 12" id="12"/>
          <p:cNvSpPr/>
          <p:nvPr/>
        </p:nvSpPr>
        <p:spPr>
          <a:xfrm flipH="true" flipV="false" rot="-10800000">
            <a:off x="11602250" y="3296658"/>
            <a:ext cx="5210696" cy="5293700"/>
          </a:xfrm>
          <a:custGeom>
            <a:avLst/>
            <a:gdLst/>
            <a:ahLst/>
            <a:cxnLst/>
            <a:rect r="r" b="b" t="t" l="l"/>
            <a:pathLst>
              <a:path h="5293700" w="5210696">
                <a:moveTo>
                  <a:pt x="5210696" y="0"/>
                </a:moveTo>
                <a:lnTo>
                  <a:pt x="0" y="0"/>
                </a:lnTo>
                <a:lnTo>
                  <a:pt x="0" y="5293700"/>
                </a:lnTo>
                <a:lnTo>
                  <a:pt x="5210696" y="5293700"/>
                </a:lnTo>
                <a:lnTo>
                  <a:pt x="5210696" y="0"/>
                </a:lnTo>
                <a:close/>
              </a:path>
            </a:pathLst>
          </a:custGeom>
          <a:blipFill>
            <a:blip r:embed="rId5">
              <a:alphaModFix amt="48000"/>
            </a:blip>
            <a:stretch>
              <a:fillRect l="-136806" t="-139675" r="-18068" b="-532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0752948" y="1696606"/>
            <a:ext cx="5534352" cy="4303000"/>
          </a:xfrm>
          <a:custGeom>
            <a:avLst/>
            <a:gdLst/>
            <a:ahLst/>
            <a:cxnLst/>
            <a:rect r="r" b="b" t="t" l="l"/>
            <a:pathLst>
              <a:path h="4303000" w="5534352">
                <a:moveTo>
                  <a:pt x="0" y="0"/>
                </a:moveTo>
                <a:lnTo>
                  <a:pt x="5534352" y="0"/>
                </a:lnTo>
                <a:lnTo>
                  <a:pt x="5534352" y="4303000"/>
                </a:lnTo>
                <a:lnTo>
                  <a:pt x="0" y="4303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808" t="0" r="-24629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579134" y="3976558"/>
            <a:ext cx="65834" cy="548594"/>
          </a:xfrm>
          <a:custGeom>
            <a:avLst/>
            <a:gdLst/>
            <a:ahLst/>
            <a:cxnLst/>
            <a:rect r="r" b="b" t="t" l="l"/>
            <a:pathLst>
              <a:path h="548594" w="65834">
                <a:moveTo>
                  <a:pt x="0" y="0"/>
                </a:moveTo>
                <a:lnTo>
                  <a:pt x="65834" y="0"/>
                </a:lnTo>
                <a:lnTo>
                  <a:pt x="65834" y="548594"/>
                </a:lnTo>
                <a:lnTo>
                  <a:pt x="0" y="548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73049" y="6383185"/>
            <a:ext cx="2219911" cy="2219911"/>
          </a:xfrm>
          <a:custGeom>
            <a:avLst/>
            <a:gdLst/>
            <a:ahLst/>
            <a:cxnLst/>
            <a:rect r="r" b="b" t="t" l="l"/>
            <a:pathLst>
              <a:path h="2219911" w="2219911">
                <a:moveTo>
                  <a:pt x="0" y="0"/>
                </a:moveTo>
                <a:lnTo>
                  <a:pt x="2219912" y="0"/>
                </a:lnTo>
                <a:lnTo>
                  <a:pt x="2219912" y="2219912"/>
                </a:lnTo>
                <a:lnTo>
                  <a:pt x="0" y="22199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DAG4dOU-xOs</dc:identifier>
  <dcterms:modified xsi:type="dcterms:W3CDTF">2011-08-01T06:04:30Z</dcterms:modified>
  <cp:revision>1</cp:revision>
  <dc:title>Information system</dc:title>
</cp:coreProperties>
</file>